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Times New Roman Bold" charset="1" panose="020208030705050203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5107" y="1147255"/>
            <a:ext cx="17517786" cy="7992490"/>
          </a:xfrm>
          <a:custGeom>
            <a:avLst/>
            <a:gdLst/>
            <a:ahLst/>
            <a:cxnLst/>
            <a:rect r="r" b="b" t="t" l="l"/>
            <a:pathLst>
              <a:path h="7992490" w="17517786">
                <a:moveTo>
                  <a:pt x="0" y="0"/>
                </a:moveTo>
                <a:lnTo>
                  <a:pt x="17517786" y="0"/>
                </a:lnTo>
                <a:lnTo>
                  <a:pt x="17517786" y="7992490"/>
                </a:lnTo>
                <a:lnTo>
                  <a:pt x="0" y="7992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98196" y="53974"/>
            <a:ext cx="5491609" cy="974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D2E5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ChaloKumbh.com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2391" y="1397364"/>
            <a:ext cx="17883218" cy="8159218"/>
          </a:xfrm>
          <a:custGeom>
            <a:avLst/>
            <a:gdLst/>
            <a:ahLst/>
            <a:cxnLst/>
            <a:rect r="r" b="b" t="t" l="l"/>
            <a:pathLst>
              <a:path h="8159218" w="17883218">
                <a:moveTo>
                  <a:pt x="0" y="0"/>
                </a:moveTo>
                <a:lnTo>
                  <a:pt x="17883218" y="0"/>
                </a:lnTo>
                <a:lnTo>
                  <a:pt x="17883218" y="8159218"/>
                </a:lnTo>
                <a:lnTo>
                  <a:pt x="0" y="81592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3" id="3"/>
          <p:cNvSpPr txBox="true"/>
          <p:nvPr/>
        </p:nvSpPr>
        <p:spPr>
          <a:xfrm rot="0">
            <a:off x="6640637" y="92074"/>
            <a:ext cx="5006727" cy="974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D2E5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 Pooja Booking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9948" y="1422336"/>
            <a:ext cx="17947154" cy="8188389"/>
          </a:xfrm>
          <a:custGeom>
            <a:avLst/>
            <a:gdLst/>
            <a:ahLst/>
            <a:cxnLst/>
            <a:rect r="r" b="b" t="t" l="l"/>
            <a:pathLst>
              <a:path h="8188389" w="17947154">
                <a:moveTo>
                  <a:pt x="0" y="0"/>
                </a:moveTo>
                <a:lnTo>
                  <a:pt x="17947154" y="0"/>
                </a:lnTo>
                <a:lnTo>
                  <a:pt x="17947154" y="8188389"/>
                </a:lnTo>
                <a:lnTo>
                  <a:pt x="0" y="81883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3" id="3"/>
          <p:cNvSpPr txBox="true"/>
          <p:nvPr/>
        </p:nvSpPr>
        <p:spPr>
          <a:xfrm rot="0">
            <a:off x="6175474" y="92074"/>
            <a:ext cx="5937052" cy="974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D2E5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Live Pooja Darshan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7219" y="1350854"/>
            <a:ext cx="17673562" cy="8063563"/>
          </a:xfrm>
          <a:custGeom>
            <a:avLst/>
            <a:gdLst/>
            <a:ahLst/>
            <a:cxnLst/>
            <a:rect r="r" b="b" t="t" l="l"/>
            <a:pathLst>
              <a:path h="8063563" w="17673562">
                <a:moveTo>
                  <a:pt x="0" y="0"/>
                </a:moveTo>
                <a:lnTo>
                  <a:pt x="17673562" y="0"/>
                </a:lnTo>
                <a:lnTo>
                  <a:pt x="17673562" y="8063562"/>
                </a:lnTo>
                <a:lnTo>
                  <a:pt x="0" y="8063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3" id="3"/>
          <p:cNvSpPr txBox="true"/>
          <p:nvPr/>
        </p:nvSpPr>
        <p:spPr>
          <a:xfrm rot="0">
            <a:off x="4613449" y="92074"/>
            <a:ext cx="9061103" cy="974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D2E5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Hotels/Accomodation Booking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9538" y="1158401"/>
            <a:ext cx="17468925" cy="7970197"/>
          </a:xfrm>
          <a:custGeom>
            <a:avLst/>
            <a:gdLst/>
            <a:ahLst/>
            <a:cxnLst/>
            <a:rect r="r" b="b" t="t" l="l"/>
            <a:pathLst>
              <a:path h="7970197" w="17468925">
                <a:moveTo>
                  <a:pt x="0" y="0"/>
                </a:moveTo>
                <a:lnTo>
                  <a:pt x="17468924" y="0"/>
                </a:lnTo>
                <a:lnTo>
                  <a:pt x="17468924" y="7970198"/>
                </a:lnTo>
                <a:lnTo>
                  <a:pt x="0" y="797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3" id="3"/>
          <p:cNvSpPr txBox="true"/>
          <p:nvPr/>
        </p:nvSpPr>
        <p:spPr>
          <a:xfrm rot="0">
            <a:off x="5316513" y="92074"/>
            <a:ext cx="7654975" cy="974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00BF6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Green Haridawar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2168" y="1159602"/>
            <a:ext cx="17463663" cy="7967796"/>
          </a:xfrm>
          <a:custGeom>
            <a:avLst/>
            <a:gdLst/>
            <a:ahLst/>
            <a:cxnLst/>
            <a:rect r="r" b="b" t="t" l="l"/>
            <a:pathLst>
              <a:path h="7967796" w="17463663">
                <a:moveTo>
                  <a:pt x="0" y="0"/>
                </a:moveTo>
                <a:lnTo>
                  <a:pt x="17463664" y="0"/>
                </a:lnTo>
                <a:lnTo>
                  <a:pt x="17463664" y="7967796"/>
                </a:lnTo>
                <a:lnTo>
                  <a:pt x="0" y="7967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3" id="3"/>
          <p:cNvSpPr txBox="true"/>
          <p:nvPr/>
        </p:nvSpPr>
        <p:spPr>
          <a:xfrm rot="0">
            <a:off x="7640092" y="82549"/>
            <a:ext cx="3045916" cy="974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00BF6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Map View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8876" y="1117037"/>
            <a:ext cx="17650247" cy="8052925"/>
          </a:xfrm>
          <a:custGeom>
            <a:avLst/>
            <a:gdLst/>
            <a:ahLst/>
            <a:cxnLst/>
            <a:rect r="r" b="b" t="t" l="l"/>
            <a:pathLst>
              <a:path h="8052925" w="17650247">
                <a:moveTo>
                  <a:pt x="0" y="0"/>
                </a:moveTo>
                <a:lnTo>
                  <a:pt x="17650248" y="0"/>
                </a:lnTo>
                <a:lnTo>
                  <a:pt x="17650248" y="8052926"/>
                </a:lnTo>
                <a:lnTo>
                  <a:pt x="0" y="80529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3" id="3"/>
          <p:cNvSpPr txBox="true"/>
          <p:nvPr/>
        </p:nvSpPr>
        <p:spPr>
          <a:xfrm rot="0">
            <a:off x="6699126" y="92074"/>
            <a:ext cx="4889748" cy="974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00BF6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Issue Reporting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5" t="0" r="-335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196" y="1049202"/>
            <a:ext cx="17947608" cy="8188596"/>
          </a:xfrm>
          <a:custGeom>
            <a:avLst/>
            <a:gdLst/>
            <a:ahLst/>
            <a:cxnLst/>
            <a:rect r="r" b="b" t="t" l="l"/>
            <a:pathLst>
              <a:path h="8188596" w="17947608">
                <a:moveTo>
                  <a:pt x="0" y="0"/>
                </a:moveTo>
                <a:lnTo>
                  <a:pt x="17947608" y="0"/>
                </a:lnTo>
                <a:lnTo>
                  <a:pt x="17947608" y="8188596"/>
                </a:lnTo>
                <a:lnTo>
                  <a:pt x="0" y="81885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3" id="3"/>
          <p:cNvSpPr txBox="true"/>
          <p:nvPr/>
        </p:nvSpPr>
        <p:spPr>
          <a:xfrm rot="0">
            <a:off x="6502226" y="92074"/>
            <a:ext cx="5283547" cy="974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00BF6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Green Challenges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410" y="1052493"/>
            <a:ext cx="17933180" cy="8182013"/>
          </a:xfrm>
          <a:custGeom>
            <a:avLst/>
            <a:gdLst/>
            <a:ahLst/>
            <a:cxnLst/>
            <a:rect r="r" b="b" t="t" l="l"/>
            <a:pathLst>
              <a:path h="8182013" w="17933180">
                <a:moveTo>
                  <a:pt x="0" y="0"/>
                </a:moveTo>
                <a:lnTo>
                  <a:pt x="17933180" y="0"/>
                </a:lnTo>
                <a:lnTo>
                  <a:pt x="17933180" y="8182014"/>
                </a:lnTo>
                <a:lnTo>
                  <a:pt x="0" y="8182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3" id="3"/>
          <p:cNvSpPr txBox="true"/>
          <p:nvPr/>
        </p:nvSpPr>
        <p:spPr>
          <a:xfrm rot="0">
            <a:off x="5088880" y="92074"/>
            <a:ext cx="8110240" cy="974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00BF6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Community Report Listing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1401" y="1068002"/>
            <a:ext cx="17865198" cy="8150996"/>
          </a:xfrm>
          <a:custGeom>
            <a:avLst/>
            <a:gdLst/>
            <a:ahLst/>
            <a:cxnLst/>
            <a:rect r="r" b="b" t="t" l="l"/>
            <a:pathLst>
              <a:path h="8150996" w="17865198">
                <a:moveTo>
                  <a:pt x="0" y="0"/>
                </a:moveTo>
                <a:lnTo>
                  <a:pt x="17865198" y="0"/>
                </a:lnTo>
                <a:lnTo>
                  <a:pt x="17865198" y="8150996"/>
                </a:lnTo>
                <a:lnTo>
                  <a:pt x="0" y="8150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3" id="3"/>
          <p:cNvSpPr txBox="true"/>
          <p:nvPr/>
        </p:nvSpPr>
        <p:spPr>
          <a:xfrm rot="0">
            <a:off x="6417246" y="92074"/>
            <a:ext cx="5453509" cy="974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D2E5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Pandit Dashboard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624" y="1238250"/>
            <a:ext cx="18133703" cy="8273502"/>
          </a:xfrm>
          <a:custGeom>
            <a:avLst/>
            <a:gdLst/>
            <a:ahLst/>
            <a:cxnLst/>
            <a:rect r="r" b="b" t="t" l="l"/>
            <a:pathLst>
              <a:path h="8273502" w="18133703">
                <a:moveTo>
                  <a:pt x="0" y="0"/>
                </a:moveTo>
                <a:lnTo>
                  <a:pt x="18133702" y="0"/>
                </a:lnTo>
                <a:lnTo>
                  <a:pt x="18133702" y="8273502"/>
                </a:lnTo>
                <a:lnTo>
                  <a:pt x="0" y="82735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3" id="3"/>
          <p:cNvSpPr txBox="true"/>
          <p:nvPr/>
        </p:nvSpPr>
        <p:spPr>
          <a:xfrm rot="0">
            <a:off x="5483349" y="92074"/>
            <a:ext cx="7321302" cy="974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D2E5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Hotel Owner Dashboard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450" y="1021030"/>
            <a:ext cx="18071100" cy="8244940"/>
          </a:xfrm>
          <a:custGeom>
            <a:avLst/>
            <a:gdLst/>
            <a:ahLst/>
            <a:cxnLst/>
            <a:rect r="r" b="b" t="t" l="l"/>
            <a:pathLst>
              <a:path h="8244940" w="18071100">
                <a:moveTo>
                  <a:pt x="0" y="0"/>
                </a:moveTo>
                <a:lnTo>
                  <a:pt x="18071100" y="0"/>
                </a:lnTo>
                <a:lnTo>
                  <a:pt x="18071100" y="8244940"/>
                </a:lnTo>
                <a:lnTo>
                  <a:pt x="0" y="8244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3" id="3"/>
          <p:cNvSpPr txBox="true"/>
          <p:nvPr/>
        </p:nvSpPr>
        <p:spPr>
          <a:xfrm rot="0">
            <a:off x="5147890" y="92074"/>
            <a:ext cx="7992219" cy="974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D2E5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Company Portal Overview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3934" y="1062570"/>
            <a:ext cx="17840133" cy="8161861"/>
          </a:xfrm>
          <a:custGeom>
            <a:avLst/>
            <a:gdLst/>
            <a:ahLst/>
            <a:cxnLst/>
            <a:rect r="r" b="b" t="t" l="l"/>
            <a:pathLst>
              <a:path h="8161861" w="17840133">
                <a:moveTo>
                  <a:pt x="0" y="0"/>
                </a:moveTo>
                <a:lnTo>
                  <a:pt x="17840132" y="0"/>
                </a:lnTo>
                <a:lnTo>
                  <a:pt x="17840132" y="8161860"/>
                </a:lnTo>
                <a:lnTo>
                  <a:pt x="0" y="8161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3" id="3"/>
          <p:cNvSpPr txBox="true"/>
          <p:nvPr/>
        </p:nvSpPr>
        <p:spPr>
          <a:xfrm rot="0">
            <a:off x="4069482" y="92074"/>
            <a:ext cx="10149036" cy="974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D2E5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Company Portal Booking Listings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02670" y="8468714"/>
            <a:ext cx="11282660" cy="974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D2E5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Note: All the stats are Projected Stats.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DAHLZ4Rhdq0</dc:identifier>
  <dcterms:modified xsi:type="dcterms:W3CDTF">2011-08-01T06:04:30Z</dcterms:modified>
  <cp:revision>1</cp:revision>
  <dc:title>Chalo Kumbh 2027 Presentation</dc:title>
</cp:coreProperties>
</file>